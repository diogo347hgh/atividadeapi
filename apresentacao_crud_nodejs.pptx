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2044"/>
            <a:ext cx="9223899" cy="754601"/>
          </a:xfrm>
        </p:spPr>
        <p:txBody>
          <a:bodyPr/>
          <a:lstStyle/>
          <a:p>
            <a:r>
              <a:rPr dirty="0"/>
              <a:t>CRUD com Node.js e </a:t>
            </a:r>
            <a:r>
              <a:rPr dirty="0" err="1"/>
              <a:t>Protocolo</a:t>
            </a:r>
            <a:r>
              <a:rPr dirty="0"/>
              <a:t> HTTP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é CRUD?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CRUD significa:</a:t>
            </a:r>
          </a:p>
          <a:p>
            <a:r>
              <a:t>• Create</a:t>
            </a:r>
          </a:p>
          <a:p>
            <a:r>
              <a:t>• Read</a:t>
            </a:r>
          </a:p>
          <a:p>
            <a:r>
              <a:t>• Update</a:t>
            </a:r>
          </a:p>
          <a:p>
            <a:r>
              <a:t>• Delete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Função do CRUD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Create: criar dados</a:t>
            </a:r>
          </a:p>
          <a:p>
            <a:r>
              <a:t>• Read: consultar dados</a:t>
            </a:r>
          </a:p>
          <a:p>
            <a:r>
              <a:t>• Update: atualizar dados</a:t>
            </a:r>
          </a:p>
          <a:p>
            <a:r>
              <a:t>• Delete: excluir dados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Exemplo de CRUD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Exemplo: Sistema escolar</a:t>
            </a:r>
          </a:p>
          <a:p>
            <a:r>
              <a:t>• Cadastro de alunos</a:t>
            </a:r>
          </a:p>
          <a:p>
            <a:r>
              <a:t>• Consulta de notas</a:t>
            </a:r>
          </a:p>
          <a:p>
            <a:r>
              <a:t>• Atualização de dados</a:t>
            </a:r>
          </a:p>
          <a:p>
            <a:r>
              <a:t>• Exclusão de alunos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é HTTP?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HTTP significa HyperText Transfer Protocol.</a:t>
            </a:r>
          </a:p>
          <a:p>
            <a:r>
              <a:t>É o protocolo responsável pela comunicação entre cliente e servidor.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Comunicação Cliente-Servidor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cliente envia uma requisição.</a:t>
            </a:r>
          </a:p>
          <a:p>
            <a:r>
              <a:t>O servidor processa e envia uma resposta.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Métodos HTTP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GET → Consultar</a:t>
            </a:r>
          </a:p>
          <a:p>
            <a:r>
              <a:t>• POST → Criar</a:t>
            </a:r>
          </a:p>
          <a:p>
            <a:r>
              <a:t>• PUT → Atualizar</a:t>
            </a:r>
          </a:p>
          <a:p>
            <a:r>
              <a:t>• DELETE → Excluir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é Node.js?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Node.js permite executar JavaScript fora do navegador, no servidor.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Express e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Express facilita a criação de servidores.</a:t>
            </a:r>
          </a:p>
          <a:p>
            <a:r>
              <a:t>• API permite comunicação entre sistemas.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é JSON?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JSON é um formato utilizado para troca de dados entre sistemas.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CRUD, HTTP e Node.js são fundamentais para o desenvolvimento de sistemas web modernos.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191</Words>
  <Application>Microsoft Office PowerPoint</Application>
  <PresentationFormat>Apresentação na tela (4:3)</PresentationFormat>
  <Paragraphs>38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Apresentação do PowerPoint</vt:lpstr>
      <vt:lpstr>O que é CRUD?</vt:lpstr>
      <vt:lpstr>Função do CRUD</vt:lpstr>
      <vt:lpstr>Exemplo de CRUD</vt:lpstr>
      <vt:lpstr>O que é HTTP?</vt:lpstr>
      <vt:lpstr>Comunicação Cliente-Servidor</vt:lpstr>
      <vt:lpstr>Métodos HTTP</vt:lpstr>
      <vt:lpstr>O que é Node.js?</vt:lpstr>
      <vt:lpstr>Express e API</vt:lpstr>
      <vt:lpstr>O que é JSON?</vt:lpstr>
      <vt:lpstr>Conclusão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keywords/>
  <dc:description>generated using python-pptx</dc:description>
  <cp:lastModifiedBy>Manha Cetcc</cp:lastModifiedBy>
  <cp:revision>5</cp:revision>
  <dcterms:created xsi:type="dcterms:W3CDTF">2013-01-27T09:14:16Z</dcterms:created>
  <dcterms:modified xsi:type="dcterms:W3CDTF">2026-05-19T13:39:09Z</dcterms:modified>
  <cp:category/>
</cp:coreProperties>
</file>